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1" r:id="rId7"/>
    <p:sldId id="258" r:id="rId8"/>
    <p:sldId id="263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CDBE3-123E-E31E-AD22-163CC43B3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AE52D6-2E40-7117-7C3E-F6FD4C6DE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07C58-0510-C691-75AE-84E0E8749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C810B-99D0-4413-9CAF-3E5DB0B2790C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4C868-A8C3-E6DE-FDA3-C16D4D84D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15B3C-A56B-EA67-3290-01773CC43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7FF15-2E4F-421F-9726-4C18D96C5B9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10702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40184-4771-701B-4F0C-3F948FAA4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C25B9-9F4D-BB52-C21A-98FEB3209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F604C-8D6C-9F37-6014-D21EB64B3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C810B-99D0-4413-9CAF-3E5DB0B2790C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65416-5483-6087-513F-32F90A1FE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FA02D-75D7-8E4C-A808-E0AD54CC6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7FF15-2E4F-421F-9726-4C18D96C5B9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5941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7CDB3-F330-6A39-0F61-AA3BFD588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FDD661-0BCA-0953-B9EE-A6AD9578D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9B147-F4DF-8D36-65AB-7EF675702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C810B-99D0-4413-9CAF-3E5DB0B2790C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8C22C-A8B7-F593-C8AA-48392F00A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CD8DC-EFCC-1A97-E29C-9D3861442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7FF15-2E4F-421F-9726-4C18D96C5B9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8456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B1D0F-DE35-9A7B-4A7C-39EEF9828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3A3C0-FF5F-70EF-B4DF-BFD7A60D52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0F527E-27AA-25F6-1EC6-E3F7E345D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55623-A727-63F0-B401-28E406C88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C810B-99D0-4413-9CAF-3E5DB0B2790C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63AA2-ACF3-C8BF-F728-16222F3F1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1F05F-9EFA-9C56-417C-F6A5B100F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7FF15-2E4F-421F-9726-4C18D96C5B9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22200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8C959-2C83-395A-165B-376B88D79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E2148-BA59-0501-A7E1-A0CBB2508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BF59E-EF37-B180-48E3-8F21D203A7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668BA9-6AD2-391B-7117-F2893D5E83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B8FA07-CE83-C1B3-8A9D-B3018802C7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342FD0-CF15-79CB-B272-2E0670D00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C810B-99D0-4413-9CAF-3E5DB0B2790C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26ED9-19C0-086A-5530-8047F7A87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E0B306-C383-6A72-6F27-904FBBF25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7FF15-2E4F-421F-9726-4C18D96C5B9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42061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D9791-9258-ECD6-41BF-BD34C93D6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745963-601E-6534-4F57-301AA2624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C810B-99D0-4413-9CAF-3E5DB0B2790C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51D1C3-4135-B057-5A73-37A57BC20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F11865-58B9-BD24-71E3-14F296966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7FF15-2E4F-421F-9726-4C18D96C5B9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8081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BD3F3F-4592-942C-9EBA-C6A01EC25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C810B-99D0-4413-9CAF-3E5DB0B2790C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5267E3-74B5-9767-45E7-E56CEFC5F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8F003-047B-7779-DA5B-956D5735C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7FF15-2E4F-421F-9726-4C18D96C5B9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6564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7035B-8613-2D20-FDA0-AA331868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EA6A6-1286-81A9-B702-2C14C2CD5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F450AC-9C73-42E8-124A-A08B23DF24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E6310-3461-94ED-9B2A-647E8AA84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C810B-99D0-4413-9CAF-3E5DB0B2790C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ABFB6-05B8-E85A-386E-B6E57B6C6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A8DAB-A9AB-7326-080B-B23656DCC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7FF15-2E4F-421F-9726-4C18D96C5B9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1432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2B9B8-20DF-BF31-6395-B8FC90484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BC50D8-8280-01B3-5977-C30BB106A3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9A500B-AFCB-5ED7-2866-0BEF803DC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05F14F-A237-38DA-8055-706A3C37F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C810B-99D0-4413-9CAF-3E5DB0B2790C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9FE27-AC36-EC80-4DAB-7839583D7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66D089-2E48-CDA4-A116-382E62A00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7FF15-2E4F-421F-9726-4C18D96C5B9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442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4FA4D-CF44-D427-C8F3-D1322AFD6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17C804-CA2F-C6D4-03F9-1E44AEA19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7B644-9A24-DEA5-CFBF-198B9A096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C810B-99D0-4413-9CAF-3E5DB0B2790C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8144B-E2E6-A43F-AD4A-A9A212E65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CCDCE-AFA5-A019-6E96-947342BD7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7FF15-2E4F-421F-9726-4C18D96C5B9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43686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8E81B0-9E40-DAF2-15A5-7D486F97C6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A5904A-DBFE-4978-A6CF-6ADBBAAA6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AD8BF-E9AC-82B4-D5B3-64AA5A6C5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C810B-99D0-4413-9CAF-3E5DB0B2790C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B89E7-077B-B998-E2FE-7B24EDD5D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F8982-7F97-5127-150E-9F4F120B6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7FF15-2E4F-421F-9726-4C18D96C5B9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84106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F65F49-DF9A-C6C6-86D3-358E37DBF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3B230-756E-1148-E06C-514469625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08AFA-A675-6E6A-2219-7FE5223441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9C810B-99D0-4413-9CAF-3E5DB0B2790C}" type="datetimeFigureOut">
              <a:rPr lang="es-MX" smtClean="0"/>
              <a:t>15/09/2026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20319-68C6-5A81-9E1D-AEB276EBF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EBDF9-2E0A-41A7-F195-A9BFF70FF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F7FF15-2E4F-421F-9726-4C18D96C5B9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5471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5AE8E44-5A70-AA44-6139-81C3F0877DA2}"/>
              </a:ext>
            </a:extLst>
          </p:cNvPr>
          <p:cNvGrpSpPr/>
          <p:nvPr/>
        </p:nvGrpSpPr>
        <p:grpSpPr>
          <a:xfrm>
            <a:off x="1520980" y="0"/>
            <a:ext cx="9150040" cy="6858000"/>
            <a:chOff x="1520980" y="0"/>
            <a:chExt cx="9150040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75D58EB-307C-6865-580F-C130CC67A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0980" y="0"/>
              <a:ext cx="9150040" cy="6858000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F88FD76-3EBD-113E-5704-3E204EE7EB1E}"/>
                </a:ext>
              </a:extLst>
            </p:cNvPr>
            <p:cNvCxnSpPr/>
            <p:nvPr/>
          </p:nvCxnSpPr>
          <p:spPr>
            <a:xfrm>
              <a:off x="4164594" y="2136618"/>
              <a:ext cx="0" cy="778598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D7D4DBF-73D3-4BC6-B952-C0A8E1BCFBEE}"/>
                </a:ext>
              </a:extLst>
            </p:cNvPr>
            <p:cNvCxnSpPr/>
            <p:nvPr/>
          </p:nvCxnSpPr>
          <p:spPr>
            <a:xfrm>
              <a:off x="8898048" y="2227152"/>
              <a:ext cx="0" cy="778598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876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8DD1338-AA0B-C8B6-729D-90FF4FBDC7B7}"/>
              </a:ext>
            </a:extLst>
          </p:cNvPr>
          <p:cNvGrpSpPr/>
          <p:nvPr/>
        </p:nvGrpSpPr>
        <p:grpSpPr>
          <a:xfrm>
            <a:off x="0" y="1442912"/>
            <a:ext cx="12192000" cy="3972175"/>
            <a:chOff x="0" y="1442912"/>
            <a:chExt cx="12192000" cy="397217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6E0A76F-6D0C-8CB1-6EEA-C613EC4D5B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442912"/>
              <a:ext cx="12192000" cy="3972175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791CB6A-9EEC-D25A-33D2-83162D8EB977}"/>
                </a:ext>
              </a:extLst>
            </p:cNvPr>
            <p:cNvSpPr/>
            <p:nvPr/>
          </p:nvSpPr>
          <p:spPr>
            <a:xfrm>
              <a:off x="3874883" y="3539904"/>
              <a:ext cx="941561" cy="941561"/>
            </a:xfrm>
            <a:prstGeom prst="ellipse">
              <a:avLst/>
            </a:prstGeom>
            <a:noFill/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</p:spTree>
    <p:extLst>
      <p:ext uri="{BB962C8B-B14F-4D97-AF65-F5344CB8AC3E}">
        <p14:creationId xmlns:p14="http://schemas.microsoft.com/office/powerpoint/2010/main" val="3327644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34BF2EB-7F6D-864C-6344-5D4009DCEDCB}"/>
              </a:ext>
            </a:extLst>
          </p:cNvPr>
          <p:cNvGrpSpPr/>
          <p:nvPr/>
        </p:nvGrpSpPr>
        <p:grpSpPr>
          <a:xfrm>
            <a:off x="992527" y="0"/>
            <a:ext cx="10206946" cy="6858000"/>
            <a:chOff x="992527" y="0"/>
            <a:chExt cx="10206946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3BEB37A-4E72-2F3E-C9B2-018938DAA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2527" y="0"/>
              <a:ext cx="10206946" cy="6858000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F1C3C2A-5E72-D5B6-E6F0-D55653986D2A}"/>
                </a:ext>
              </a:extLst>
            </p:cNvPr>
            <p:cNvCxnSpPr>
              <a:cxnSpLocks/>
            </p:cNvCxnSpPr>
            <p:nvPr/>
          </p:nvCxnSpPr>
          <p:spPr>
            <a:xfrm>
              <a:off x="2640594" y="2841468"/>
              <a:ext cx="0" cy="1111407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E97E7BB-A0A1-1311-A3DC-247210962405}"/>
                </a:ext>
              </a:extLst>
            </p:cNvPr>
            <p:cNvCxnSpPr>
              <a:cxnSpLocks/>
            </p:cNvCxnSpPr>
            <p:nvPr/>
          </p:nvCxnSpPr>
          <p:spPr>
            <a:xfrm>
              <a:off x="3183519" y="3174843"/>
              <a:ext cx="0" cy="1340007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94A86E2-4E31-A00A-B091-73C07F25E6AD}"/>
                </a:ext>
              </a:extLst>
            </p:cNvPr>
            <p:cNvCxnSpPr>
              <a:cxnSpLocks/>
            </p:cNvCxnSpPr>
            <p:nvPr/>
          </p:nvCxnSpPr>
          <p:spPr>
            <a:xfrm>
              <a:off x="9422394" y="3251043"/>
              <a:ext cx="0" cy="1111407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7867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95FADC4D-AD2E-A77F-0413-E620123989F4}"/>
              </a:ext>
            </a:extLst>
          </p:cNvPr>
          <p:cNvGrpSpPr/>
          <p:nvPr/>
        </p:nvGrpSpPr>
        <p:grpSpPr>
          <a:xfrm>
            <a:off x="3227245" y="0"/>
            <a:ext cx="5737510" cy="6858000"/>
            <a:chOff x="3227245" y="0"/>
            <a:chExt cx="5737510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BD72D13-0AFB-D717-6C0E-91DBCF3352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27245" y="0"/>
              <a:ext cx="5737510" cy="6858000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B4FCF10-68D0-E112-9716-11CCB0C42AC2}"/>
                </a:ext>
              </a:extLst>
            </p:cNvPr>
            <p:cNvCxnSpPr>
              <a:cxnSpLocks/>
            </p:cNvCxnSpPr>
            <p:nvPr/>
          </p:nvCxnSpPr>
          <p:spPr>
            <a:xfrm>
              <a:off x="5317119" y="2953976"/>
              <a:ext cx="0" cy="475024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00EAF37-85A2-F5FE-39FE-AA0027DCC94C}"/>
                </a:ext>
              </a:extLst>
            </p:cNvPr>
            <p:cNvCxnSpPr>
              <a:cxnSpLocks/>
            </p:cNvCxnSpPr>
            <p:nvPr/>
          </p:nvCxnSpPr>
          <p:spPr>
            <a:xfrm>
              <a:off x="5300238" y="4508343"/>
              <a:ext cx="0" cy="949482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6C8A4E2-9CC3-1BB0-E167-075161B4BC37}"/>
                </a:ext>
              </a:extLst>
            </p:cNvPr>
            <p:cNvCxnSpPr>
              <a:cxnSpLocks/>
            </p:cNvCxnSpPr>
            <p:nvPr/>
          </p:nvCxnSpPr>
          <p:spPr>
            <a:xfrm>
              <a:off x="7717419" y="2506301"/>
              <a:ext cx="0" cy="475024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F5B4F7F-FF15-3F77-7420-F15C4AE3D6A9}"/>
                </a:ext>
              </a:extLst>
            </p:cNvPr>
            <p:cNvCxnSpPr>
              <a:cxnSpLocks/>
            </p:cNvCxnSpPr>
            <p:nvPr/>
          </p:nvCxnSpPr>
          <p:spPr>
            <a:xfrm>
              <a:off x="4202694" y="2981325"/>
              <a:ext cx="0" cy="475024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121B64E-571C-A623-D6BE-0244608FAFFF}"/>
                </a:ext>
              </a:extLst>
            </p:cNvPr>
            <p:cNvCxnSpPr>
              <a:cxnSpLocks/>
            </p:cNvCxnSpPr>
            <p:nvPr/>
          </p:nvCxnSpPr>
          <p:spPr>
            <a:xfrm>
              <a:off x="4207032" y="4508343"/>
              <a:ext cx="0" cy="949482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4978C23-A977-5C45-6990-16F9330FE9C3}"/>
                </a:ext>
              </a:extLst>
            </p:cNvPr>
            <p:cNvCxnSpPr>
              <a:cxnSpLocks/>
            </p:cNvCxnSpPr>
            <p:nvPr/>
          </p:nvCxnSpPr>
          <p:spPr>
            <a:xfrm>
              <a:off x="7717419" y="3844611"/>
              <a:ext cx="0" cy="663732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8128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0A0694C-72EE-2C48-ABE7-0D2BC30F1ACF}"/>
              </a:ext>
            </a:extLst>
          </p:cNvPr>
          <p:cNvGrpSpPr/>
          <p:nvPr/>
        </p:nvGrpSpPr>
        <p:grpSpPr>
          <a:xfrm>
            <a:off x="1592996" y="0"/>
            <a:ext cx="9006007" cy="6858000"/>
            <a:chOff x="1592996" y="0"/>
            <a:chExt cx="9006007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033A6DB-1FD1-7B5E-CF79-1748805F6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2996" y="0"/>
              <a:ext cx="9006007" cy="6858000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B0C9FBF-4975-9254-2823-B019939097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31519" y="4765518"/>
              <a:ext cx="0" cy="778598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54871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6F73BD0-A52B-66D3-4276-AEFDBD6E88A4}"/>
              </a:ext>
            </a:extLst>
          </p:cNvPr>
          <p:cNvGrpSpPr/>
          <p:nvPr/>
        </p:nvGrpSpPr>
        <p:grpSpPr>
          <a:xfrm>
            <a:off x="1055942" y="0"/>
            <a:ext cx="10080115" cy="6858000"/>
            <a:chOff x="1055942" y="0"/>
            <a:chExt cx="10080115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059F05B-77C1-778B-1F46-0F247C54A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5942" y="0"/>
              <a:ext cx="10080115" cy="6858000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598D4A70-0017-829B-B130-93FC25886258}"/>
                </a:ext>
              </a:extLst>
            </p:cNvPr>
            <p:cNvCxnSpPr>
              <a:cxnSpLocks/>
            </p:cNvCxnSpPr>
            <p:nvPr/>
          </p:nvCxnSpPr>
          <p:spPr>
            <a:xfrm>
              <a:off x="3507369" y="1517493"/>
              <a:ext cx="0" cy="1559082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CC1FF7A-0A34-2303-E2D0-C6712F14727C}"/>
                </a:ext>
              </a:extLst>
            </p:cNvPr>
            <p:cNvCxnSpPr>
              <a:cxnSpLocks/>
            </p:cNvCxnSpPr>
            <p:nvPr/>
          </p:nvCxnSpPr>
          <p:spPr>
            <a:xfrm>
              <a:off x="6593469" y="1441293"/>
              <a:ext cx="0" cy="1559082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03F6AE0-8892-2B16-222B-D7F12A04FBE5}"/>
                </a:ext>
              </a:extLst>
            </p:cNvPr>
            <p:cNvCxnSpPr>
              <a:cxnSpLocks/>
            </p:cNvCxnSpPr>
            <p:nvPr/>
          </p:nvCxnSpPr>
          <p:spPr>
            <a:xfrm>
              <a:off x="4669419" y="1993743"/>
              <a:ext cx="0" cy="2263932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98B9DCA-05AE-8E78-EE08-9FF2A55A55B6}"/>
                </a:ext>
              </a:extLst>
            </p:cNvPr>
            <p:cNvCxnSpPr>
              <a:cxnSpLocks/>
            </p:cNvCxnSpPr>
            <p:nvPr/>
          </p:nvCxnSpPr>
          <p:spPr>
            <a:xfrm>
              <a:off x="8231769" y="1869918"/>
              <a:ext cx="0" cy="1901982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9442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BD5FB6A3-BF57-A4D7-AD7D-5EBC2508F811}"/>
              </a:ext>
            </a:extLst>
          </p:cNvPr>
          <p:cNvGrpSpPr/>
          <p:nvPr/>
        </p:nvGrpSpPr>
        <p:grpSpPr>
          <a:xfrm>
            <a:off x="2156546" y="0"/>
            <a:ext cx="7878907" cy="6858000"/>
            <a:chOff x="2156546" y="0"/>
            <a:chExt cx="7878907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D2ED242-F81C-F334-8ACC-6A80098447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56546" y="0"/>
              <a:ext cx="7878907" cy="6858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1C17EA9-658B-AB4D-6CC3-A0A0A1E03118}"/>
                </a:ext>
              </a:extLst>
            </p:cNvPr>
            <p:cNvSpPr txBox="1"/>
            <p:nvPr/>
          </p:nvSpPr>
          <p:spPr>
            <a:xfrm>
              <a:off x="2308633" y="1457608"/>
              <a:ext cx="10166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C00000"/>
                  </a:solidFill>
                </a:rPr>
                <a:t>Banco 1</a:t>
              </a:r>
              <a:endParaRPr lang="es-MX" b="1" dirty="0">
                <a:solidFill>
                  <a:srgbClr val="C00000"/>
                </a:solidFill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178B2D1-9218-237A-DEBD-823EBB4C4D6D}"/>
                </a:ext>
              </a:extLst>
            </p:cNvPr>
            <p:cNvCxnSpPr>
              <a:cxnSpLocks/>
            </p:cNvCxnSpPr>
            <p:nvPr/>
          </p:nvCxnSpPr>
          <p:spPr>
            <a:xfrm>
              <a:off x="2616452" y="2299580"/>
              <a:ext cx="777600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ED00B00-1B5E-B99B-35C5-6EE58FA23924}"/>
                </a:ext>
              </a:extLst>
            </p:cNvPr>
            <p:cNvCxnSpPr/>
            <p:nvPr/>
          </p:nvCxnSpPr>
          <p:spPr>
            <a:xfrm>
              <a:off x="4771176" y="316872"/>
              <a:ext cx="0" cy="778598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BE0AD23-5EA1-AF99-962E-FBF8A1F5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4139" y="2299580"/>
              <a:ext cx="777600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6E0BE7A-421F-41F6-F33D-420FD7AB53CC}"/>
                </a:ext>
              </a:extLst>
            </p:cNvPr>
            <p:cNvCxnSpPr/>
            <p:nvPr/>
          </p:nvCxnSpPr>
          <p:spPr>
            <a:xfrm>
              <a:off x="7413279" y="316872"/>
              <a:ext cx="0" cy="778598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C723A70-5E12-41AA-D827-EEED0B810481}"/>
                </a:ext>
              </a:extLst>
            </p:cNvPr>
            <p:cNvSpPr txBox="1"/>
            <p:nvPr/>
          </p:nvSpPr>
          <p:spPr>
            <a:xfrm>
              <a:off x="3394052" y="316872"/>
              <a:ext cx="10166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C00000"/>
                  </a:solidFill>
                </a:rPr>
                <a:t>Banco 2</a:t>
              </a:r>
              <a:endParaRPr lang="es-MX" b="1" dirty="0">
                <a:solidFill>
                  <a:srgbClr val="C000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4FDB00A-74D9-896E-F796-CFD97688F172}"/>
                </a:ext>
              </a:extLst>
            </p:cNvPr>
            <p:cNvSpPr txBox="1"/>
            <p:nvPr/>
          </p:nvSpPr>
          <p:spPr>
            <a:xfrm>
              <a:off x="6008682" y="316872"/>
              <a:ext cx="10166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C00000"/>
                  </a:solidFill>
                </a:rPr>
                <a:t>Banco 3</a:t>
              </a:r>
              <a:endParaRPr lang="es-MX" b="1" dirty="0">
                <a:solidFill>
                  <a:srgbClr val="C00000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EB7BFC0-C7AE-4688-8F1A-2F52B9A9F25E}"/>
                </a:ext>
              </a:extLst>
            </p:cNvPr>
            <p:cNvSpPr txBox="1"/>
            <p:nvPr/>
          </p:nvSpPr>
          <p:spPr>
            <a:xfrm>
              <a:off x="8866744" y="1457608"/>
              <a:ext cx="10166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C00000"/>
                  </a:solidFill>
                </a:rPr>
                <a:t>Banco 4</a:t>
              </a:r>
              <a:endParaRPr lang="es-MX" b="1" dirty="0">
                <a:solidFill>
                  <a:srgbClr val="C00000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6D7C904-A672-A38D-B5C1-5BEF18C3ECD5}"/>
                </a:ext>
              </a:extLst>
            </p:cNvPr>
            <p:cNvSpPr txBox="1"/>
            <p:nvPr/>
          </p:nvSpPr>
          <p:spPr>
            <a:xfrm>
              <a:off x="8496715" y="4413564"/>
              <a:ext cx="102502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i="1" dirty="0">
                  <a:solidFill>
                    <a:schemeClr val="accent5">
                      <a:lumMod val="75000"/>
                    </a:schemeClr>
                  </a:solidFill>
                </a:rPr>
                <a:t>Switch</a:t>
              </a:r>
            </a:p>
            <a:p>
              <a:pPr algn="ctr"/>
              <a:r>
                <a:rPr lang="en-GB" b="1" dirty="0">
                  <a:solidFill>
                    <a:schemeClr val="accent5">
                      <a:lumMod val="75000"/>
                    </a:schemeClr>
                  </a:solidFill>
                </a:rPr>
                <a:t>ON/OFF</a:t>
              </a:r>
              <a:endParaRPr lang="es-MX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3517EE8-A9A6-2C1C-B6F5-81949A222A46}"/>
                </a:ext>
              </a:extLst>
            </p:cNvPr>
            <p:cNvSpPr txBox="1"/>
            <p:nvPr/>
          </p:nvSpPr>
          <p:spPr>
            <a:xfrm>
              <a:off x="8529953" y="3501428"/>
              <a:ext cx="845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Salida</a:t>
              </a:r>
              <a:endParaRPr lang="es-MX" b="1" dirty="0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FDEFF5A-CE80-FE93-7E49-653EE6FB3616}"/>
                </a:ext>
              </a:extLst>
            </p:cNvPr>
            <p:cNvSpPr txBox="1"/>
            <p:nvPr/>
          </p:nvSpPr>
          <p:spPr>
            <a:xfrm>
              <a:off x="8529953" y="5984743"/>
              <a:ext cx="14301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Entrada </a:t>
              </a:r>
              <a:r>
                <a:rPr lang="en-GB" b="1" i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Vcc</a:t>
              </a:r>
              <a:endParaRPr lang="es-MX" b="1" i="1" dirty="0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17548D9-2336-2C82-3D5F-8ECD449E39AF}"/>
                </a:ext>
              </a:extLst>
            </p:cNvPr>
            <p:cNvSpPr/>
            <p:nvPr/>
          </p:nvSpPr>
          <p:spPr>
            <a:xfrm>
              <a:off x="4410677" y="2127564"/>
              <a:ext cx="849386" cy="506978"/>
            </a:xfrm>
            <a:prstGeom prst="rect">
              <a:avLst/>
            </a:prstGeom>
            <a:noFill/>
            <a:ln w="76200"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334FEBC-59F7-C2A0-EB7E-CE4294468FA8}"/>
                </a:ext>
              </a:extLst>
            </p:cNvPr>
            <p:cNvSpPr/>
            <p:nvPr/>
          </p:nvSpPr>
          <p:spPr>
            <a:xfrm>
              <a:off x="5666544" y="2127564"/>
              <a:ext cx="849386" cy="506978"/>
            </a:xfrm>
            <a:prstGeom prst="rect">
              <a:avLst/>
            </a:prstGeom>
            <a:noFill/>
            <a:ln w="76200"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EFFA32F-8C7B-E84E-8772-F6B0A684927B}"/>
                </a:ext>
              </a:extLst>
            </p:cNvPr>
            <p:cNvSpPr/>
            <p:nvPr/>
          </p:nvSpPr>
          <p:spPr>
            <a:xfrm>
              <a:off x="7041913" y="2127564"/>
              <a:ext cx="849386" cy="506978"/>
            </a:xfrm>
            <a:prstGeom prst="rect">
              <a:avLst/>
            </a:prstGeom>
            <a:noFill/>
            <a:ln w="76200"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9E48D90-E05A-1A9C-299D-3B1F820C8DF3}"/>
                </a:ext>
              </a:extLst>
            </p:cNvPr>
            <p:cNvSpPr/>
            <p:nvPr/>
          </p:nvSpPr>
          <p:spPr>
            <a:xfrm>
              <a:off x="5667608" y="1620586"/>
              <a:ext cx="849386" cy="506978"/>
            </a:xfrm>
            <a:prstGeom prst="rect">
              <a:avLst/>
            </a:prstGeom>
            <a:noFill/>
            <a:ln w="76200"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D46FC36-5667-AFC8-FBAE-F89B6CF6E456}"/>
                </a:ext>
              </a:extLst>
            </p:cNvPr>
            <p:cNvSpPr/>
            <p:nvPr/>
          </p:nvSpPr>
          <p:spPr>
            <a:xfrm>
              <a:off x="5667608" y="2634542"/>
              <a:ext cx="851767" cy="506978"/>
            </a:xfrm>
            <a:prstGeom prst="rect">
              <a:avLst/>
            </a:prstGeom>
            <a:noFill/>
            <a:ln w="76200"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592208F-28FD-AEE2-044C-C68D7F01CE81}"/>
                </a:ext>
              </a:extLst>
            </p:cNvPr>
            <p:cNvSpPr txBox="1"/>
            <p:nvPr/>
          </p:nvSpPr>
          <p:spPr>
            <a:xfrm>
              <a:off x="4165157" y="2634542"/>
              <a:ext cx="129683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i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DIP switch</a:t>
              </a:r>
            </a:p>
            <a:p>
              <a:pPr algn="ctr"/>
              <a:r>
                <a:rPr lang="en-GB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1 - 2</a:t>
              </a:r>
              <a:endParaRPr lang="es-MX" b="1" dirty="0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EAB7C6D-FA5C-3D41-8A96-6F020D472670}"/>
                </a:ext>
              </a:extLst>
            </p:cNvPr>
            <p:cNvSpPr txBox="1"/>
            <p:nvPr/>
          </p:nvSpPr>
          <p:spPr>
            <a:xfrm>
              <a:off x="6865779" y="2629007"/>
              <a:ext cx="129683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i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DIP switch</a:t>
              </a:r>
            </a:p>
            <a:p>
              <a:pPr algn="ctr"/>
              <a:r>
                <a:rPr lang="en-GB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3 - 4</a:t>
              </a:r>
              <a:endParaRPr lang="es-MX" b="1" dirty="0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F053FE4-0E00-7DAE-23D3-C5AAB2B5B097}"/>
                </a:ext>
              </a:extLst>
            </p:cNvPr>
            <p:cNvSpPr txBox="1"/>
            <p:nvPr/>
          </p:nvSpPr>
          <p:spPr>
            <a:xfrm>
              <a:off x="6393498" y="3923727"/>
              <a:ext cx="129683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i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DIP switch</a:t>
              </a:r>
            </a:p>
            <a:p>
              <a:pPr algn="ctr"/>
              <a:r>
                <a:rPr lang="en-GB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2 - 3</a:t>
              </a:r>
              <a:endParaRPr lang="es-MX" b="1" dirty="0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A60918F-7B08-0B08-F8D6-EB30BA8ADFDF}"/>
                </a:ext>
              </a:extLst>
            </p:cNvPr>
            <p:cNvSpPr txBox="1"/>
            <p:nvPr/>
          </p:nvSpPr>
          <p:spPr>
            <a:xfrm>
              <a:off x="5461987" y="3178262"/>
              <a:ext cx="129683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i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DIP switch</a:t>
              </a:r>
            </a:p>
            <a:p>
              <a:pPr algn="ctr"/>
              <a:r>
                <a:rPr lang="en-GB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salida -</a:t>
              </a:r>
              <a:endParaRPr lang="es-MX" b="1" dirty="0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31BE4B4-EFDC-DCB3-0ADA-6752C11962FE}"/>
                </a:ext>
              </a:extLst>
            </p:cNvPr>
            <p:cNvSpPr txBox="1"/>
            <p:nvPr/>
          </p:nvSpPr>
          <p:spPr>
            <a:xfrm>
              <a:off x="5433848" y="942800"/>
              <a:ext cx="129683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i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DIP switch</a:t>
              </a:r>
            </a:p>
            <a:p>
              <a:pPr algn="ctr"/>
              <a:r>
                <a:rPr lang="en-GB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salida +</a:t>
              </a:r>
              <a:endParaRPr lang="es-MX" b="1" dirty="0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cxnSp>
          <p:nvCxnSpPr>
            <p:cNvPr id="49" name="Connector: Curved 48">
              <a:extLst>
                <a:ext uri="{FF2B5EF4-FFF2-40B4-BE49-F238E27FC236}">
                  <a16:creationId xmlns:a16="http://schemas.microsoft.com/office/drawing/2014/main" id="{23B5CE10-EA67-2657-EB6F-3D4AC6200F39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6040961" y="2942879"/>
              <a:ext cx="1542673" cy="419021"/>
            </a:xfrm>
            <a:prstGeom prst="curvedConnector2">
              <a:avLst/>
            </a:prstGeom>
            <a:ln w="381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43653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026AD0B-00F9-1848-10BA-39FC5FD15D89}"/>
              </a:ext>
            </a:extLst>
          </p:cNvPr>
          <p:cNvGrpSpPr/>
          <p:nvPr/>
        </p:nvGrpSpPr>
        <p:grpSpPr>
          <a:xfrm>
            <a:off x="3374507" y="0"/>
            <a:ext cx="5442985" cy="6858000"/>
            <a:chOff x="3374507" y="0"/>
            <a:chExt cx="5442985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664CA4F-E182-4540-4731-C4889C979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74507" y="0"/>
              <a:ext cx="5442985" cy="68580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79DEEDF-570F-06E6-F4DF-1707DFBEAA1D}"/>
                </a:ext>
              </a:extLst>
            </p:cNvPr>
            <p:cNvSpPr txBox="1"/>
            <p:nvPr/>
          </p:nvSpPr>
          <p:spPr>
            <a:xfrm>
              <a:off x="6800742" y="5133717"/>
              <a:ext cx="15583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Entrada </a:t>
              </a:r>
              <a:r>
                <a:rPr lang="en-GB" b="1" i="1" dirty="0"/>
                <a:t>Vcc</a:t>
              </a:r>
              <a:r>
                <a:rPr lang="en-GB" b="1" dirty="0"/>
                <a:t> -</a:t>
              </a:r>
              <a:endParaRPr lang="es-MX" b="1" i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0E3D101-EE33-EF28-9D5B-AE6183AD29B2}"/>
                </a:ext>
              </a:extLst>
            </p:cNvPr>
            <p:cNvSpPr txBox="1"/>
            <p:nvPr/>
          </p:nvSpPr>
          <p:spPr>
            <a:xfrm>
              <a:off x="6800742" y="6218624"/>
              <a:ext cx="16032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Entrada </a:t>
              </a:r>
              <a:r>
                <a:rPr lang="en-GB" b="1" i="1" dirty="0"/>
                <a:t>Vcc</a:t>
              </a:r>
              <a:r>
                <a:rPr lang="en-GB" b="1" dirty="0"/>
                <a:t> +</a:t>
              </a:r>
              <a:endParaRPr lang="es-MX" b="1" i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B962D8D-A3C7-4A99-28AE-518C7BCD5C3D}"/>
                </a:ext>
              </a:extLst>
            </p:cNvPr>
            <p:cNvSpPr txBox="1"/>
            <p:nvPr/>
          </p:nvSpPr>
          <p:spPr>
            <a:xfrm>
              <a:off x="6800741" y="605475"/>
              <a:ext cx="9669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Salida -</a:t>
              </a:r>
              <a:endParaRPr lang="es-MX" b="1" i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4E6F690-25B0-A792-45E8-CE76B96DFE2F}"/>
                </a:ext>
              </a:extLst>
            </p:cNvPr>
            <p:cNvSpPr txBox="1"/>
            <p:nvPr/>
          </p:nvSpPr>
          <p:spPr>
            <a:xfrm>
              <a:off x="6800741" y="1724283"/>
              <a:ext cx="10118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Salida +</a:t>
              </a:r>
              <a:endParaRPr lang="es-MX" b="1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725272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48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</dc:creator>
  <cp:lastModifiedBy>Sebas</cp:lastModifiedBy>
  <cp:revision>7</cp:revision>
  <dcterms:created xsi:type="dcterms:W3CDTF">2026-09-12T19:24:29Z</dcterms:created>
  <dcterms:modified xsi:type="dcterms:W3CDTF">2026-09-15T18:10:26Z</dcterms:modified>
</cp:coreProperties>
</file>